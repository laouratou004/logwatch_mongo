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LogWatch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centralisé de gestion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d'analyse de logs applicatifs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— Cours BD NoSQL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LogTech Solutions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Gamal Abdel Nasser de Conakry — L3 Développement Logiciel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Mr. Djiba Kaba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LogWatch à l'UGANC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et modèle 3 couches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MongoDB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collections, schéma flexible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d'agrégation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 analytiques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index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explain() réelles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en action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CDC ✓ et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&amp; problématique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informatique universitaire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actuelle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10 applications hétérogènes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technologies différentes : Java, Node.js, Python, PHP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application génère ses propres logs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centralisation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manuel, fastidieux, lent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tardive des incidents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vue d'ensemble sur la santé du SI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à corréler les erreurs entre apps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détection d'anomalie automatisée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sécurité quasi impossible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Besoin d'un système centralisé temps réel pour superviser tout le SI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 — Pourquoi MongoDB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 pour des logs hétérogènes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38328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classique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fixe — colonnes pré-définies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différentes (Java, Web, Sec, DB)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colonnes NULL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multiples pour analyser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lourde si nouveau 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dégradée à grand volume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338328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— strict: false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collection logs — tous les types ensemble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spécifiques par document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$exists pour filtrer par 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type ajouté sans migration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d'agrégation natifs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LogWatch produit 2 013 logs de 4 types différents — impossible à gérer proprement en 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 LogWatch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3 couches — Frontend / Backend /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 vanilla  •  Chart.js 4.x  •  Phosphor Icons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réel, 5 pages, modal détail, auto-refresh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34840" y="2377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731520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7209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 •  Express 5.x  •  Mongoose 9.x  •  Helmet + Morgan + CORS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routes REST testées à 100% — pattern MVC (routes / controllers / models)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3611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731520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(cloud, M0 Free Tier)  •  Cluster Projet3-LogWatch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collections — 2 013 logs, 10 applications, 67 alertes — 3 index actifs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Modélisation MongoDB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collections — relation par référence (app_id)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291840"/>
          </a:xfrm>
          <a:prstGeom prst="rect">
            <a:avLst/>
          </a:prstGeom>
          <a:solidFill>
            <a:srgbClr val="F8FAFC"/>
          </a:solidFill>
          <a:ln w="25400">
            <a:solidFill>
              <a:srgbClr val="436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7315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app_id (PK)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nom, version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environnement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technologie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sla_pct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291840"/>
          </a:xfrm>
          <a:prstGeom prst="rect">
            <a:avLst/>
          </a:prstGeom>
          <a:solidFill>
            <a:srgbClr val="F8FAFC"/>
          </a:solidFill>
          <a:ln w="25400">
            <a:solidFill>
              <a:srgbClr val="7209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63040"/>
            <a:ext cx="2651760" cy="731520"/>
          </a:xfrm>
          <a:prstGeom prst="rect">
            <a:avLst/>
          </a:prstGeom>
          <a:solidFill>
            <a:srgbClr val="7209B7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2 013 documents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log_id (PK)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app_id (FK)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champs flexibles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3291840"/>
          </a:xfrm>
          <a:prstGeom prst="rect">
            <a:avLst/>
          </a:prstGeom>
          <a:solidFill>
            <a:srgbClr val="F8FAFC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63040"/>
            <a:ext cx="2651760" cy="7315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alertes_systeme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documents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alerte_id (PK)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app_id (FK)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type_alerte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assignee_uid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: référence (app_id) plutôt qu'imbrication — 2 000+ logs par app, imbrication non viable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— preuve par l'exemple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documents dans la même collection logs — structures totalement différentes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291840"/>
          </a:xfrm>
          <a:prstGeom prst="rect">
            <a:avLst/>
          </a:prstGeom>
          <a:solidFill>
            <a:srgbClr val="151B2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Java (erreur)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log_id: "LOG-JAVA-000042",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app_id: "app_si_etudiant",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timestamp: ISODate(...),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level: "CRITICAL",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message: "NullPointer...",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source_fichier: "UserService.java",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ligne_code: 287,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exception_type: "NullPointer...",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stack_trace: "java.lang...",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nb_occurrences: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291840"/>
          </a:xfrm>
          <a:prstGeom prst="rect">
            <a:avLst/>
          </a:prstGeom>
          <a:solidFill>
            <a:srgbClr val="151B28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Web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log_id: "LOG-WEB-000156",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app_id: "WEB",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timestamp: ISODate(...),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level: "INFO",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message: "GET /api/...",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methode_http: "GET",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url: "/api/etudiants",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code_statut: 200,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duree_ms: 145,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ip_source: "10.0.2.34"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SQL : 2 tables avec des colonnes différentes + JOIN ou colonne NULL partout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Pipelines d'agrégation MongoDB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 analytiques — opérateurs $group, $match, $project, $sort, $cond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18488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d'erreur par application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SI est le plus instable 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équivalent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+ CASE WHEN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95728"/>
            <a:ext cx="365760" cy="365760"/>
          </a:xfrm>
          <a:prstGeom prst="ellipse">
            <a:avLst/>
          </a:prstGeom>
          <a:solidFill>
            <a:srgbClr val="7209B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erreurs fréquentes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messages reviennent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équivalent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message ORDER BY 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72968"/>
            <a:ext cx="365760" cy="36576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temporelle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01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quelles heures les pics 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équivalent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HOUR(timestamp)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950208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anormaux &gt; seuil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886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équivalent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+ HAVING COUNT &gt; 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Performance — IXSCAN vs COLLSCAN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explain() réelles sur le cluster Atlas (2 013 logs)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examinés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retournés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level=ERROR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IXSCAN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level=ERROR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COLLSCAN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timestamp 24h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IXSCAN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production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10 M de logs : COLLSCAN ≈ 10 s   →   IXSCAN ≈ 2.3 s   (gain critique pour un dashboard temps réel)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Démonstration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allons montrer pendant 10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55648"/>
            <a:ext cx="365760" cy="3657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graphiques, auto-refresh 30s, mode clair/sombre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755648"/>
            <a:ext cx="365760" cy="365760"/>
          </a:xfrm>
          <a:prstGeom prst="ellipse">
            <a:avLst/>
          </a:prstGeom>
          <a:solidFill>
            <a:srgbClr val="7209B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d'un 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dynamique selon le type — apparition instantanée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319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52928"/>
            <a:ext cx="365760" cy="36576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avancée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$regex sur message, $in pour level, filtre temporel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39319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85292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type ($exists)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Java, Web, Sécurité, DB lents — un clic chacun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9319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95020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visualisés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agrégations affichées avec graphiques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39319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950208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sécurité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suspectes, utilisateurs avec &gt; 5 tentatives échouées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 —  démo sur MongoDB Atlas en direct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difficultés rencontrées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contraintes du cahier des charges sont remplies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38328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CDC 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2 000+ logs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 distinctes (Java/Web/Sec/DB)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$exists pour stack_trace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 d'agrégation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anomalies ($group + HAVING)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level + timestamp + app_id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temps réel via 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fonctionnelle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38328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IP MongoDB Atlas (whitelisting)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imbrication vs référence pour logs/apps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MongoDB du HAVING SQL ($match après $group)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du schéma flexible (4 types)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Git en équipe (commits, branches)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données réalistes avec Faker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28 / 28 visée — tous les critères d'évaluation couverts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démonstration live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solidFill>
            <a:srgbClr val="151B28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00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est prêt à répondre individuellement sur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MongoDB  •  </a:t>
            </a:r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d'agrégation  •  </a:t>
            </a:r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et performances  •  </a:t>
            </a:r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web et REST  •  </a:t>
            </a:r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SQL/NoSQL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LogTech Solutions  |  UGANC — L3 Développement Logiciel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github.com/Laouratou004/LogWatch_mongo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LogWatch — Soutenance UGANC</dc:title>
  <dc:subject>PptxGenJS Presentation</dc:subject>
  <dc:creator>Groupe 3 — LogTech Solutions</dc:creator>
  <cp:lastModifiedBy>Groupe 3 — LogTech Solutions</cp:lastModifiedBy>
  <cp:revision>1</cp:revision>
  <dcterms:created xsi:type="dcterms:W3CDTF">2026-05-29T16:35:15Z</dcterms:created>
  <dcterms:modified xsi:type="dcterms:W3CDTF">2026-05-29T16:35:15Z</dcterms:modified>
</cp:coreProperties>
</file>